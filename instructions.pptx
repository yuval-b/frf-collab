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881B-D5CC-B89F-8456-7C32F18B8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3942E-B23E-B104-E4E7-CA02DF888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B958-B172-4E3C-E07F-C90A7824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B5C91-F11D-8B00-3B8A-AC06BAEF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F924B-2336-BB0B-6C06-FD38C532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6BCF-0DC9-B209-2FEE-7EA98480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FEC59-29DC-EF32-F6EA-D94DD5F2A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67D1-F569-B041-9385-D4138F86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0DFFA-BE88-29F4-F644-EBD305D9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767E0-B591-85C4-C8E5-6FF4C0CF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4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F5E2-2A68-B62E-4249-C8C43FBA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7A2F5-B2AD-5D5A-6254-CD6DDFEEA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9E957-8547-FC8E-0363-CDBBA20A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D7915-4EF7-71AF-098E-E7B75336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4ADC-B544-71A8-B106-DEAA919D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7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FF32-B718-DA13-D44D-E82180DD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2AC8B-4805-0E29-39AC-9E92298E5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0F5D5-C702-EF0F-9093-DE494259C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C87B5-C850-6611-FEFC-8E0E10F7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14EA4-955F-0B9A-4EC9-FADF9ABA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64F78-9AF3-53AD-3628-7701B3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2297-30B4-2258-C6FC-62E38831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F565B-3FC5-F9D3-D7E7-C488240D7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DB159-296E-26EA-BAF6-E233C8041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5515C-633B-B32E-1875-7DF302090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AC122-96E4-3DCA-D25E-66BBE94BA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37AB5-0466-2F7F-D447-6E7325C0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7C28B-3282-A88D-5EFF-839414A4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7480F-166C-E202-53C6-459FEB9F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0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A0A8-1CC6-1573-F8AC-221E8674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C8FDF-68A0-D110-1E74-05A606D6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95F35-8815-3A5A-844A-E2022A6D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72751-B7DF-05CD-93FF-C073B354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66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A1A89-9B14-FBB7-31B4-9FD41C57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3B70A-F590-C8F2-9733-CEA21DFA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07B30-3143-5C11-3178-D798EF33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0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6896-41FB-E20B-80A5-66F77FA1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EE43-22F4-30D5-30D0-1FD8CB820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7D6D4-0D19-B4BD-22F8-BA122EC1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8DD96-A0B9-7637-E8DD-CDC59AFB0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7C9FF-35A5-5350-1D45-C358D113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456F7-01ED-20ED-8E6A-223602FD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4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9BFE-36E7-CF92-10D9-90A2D645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13ED9-D009-D3AD-7D29-BE79223AD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EC92B-FC81-8F30-E91B-4ACB7C0AF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7F2BA-A8A5-B796-9424-75B085DC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982CB-632C-EE83-8F55-F6E16055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2890A-B899-C2A1-A7C5-DBCA312E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01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3763-1E66-9744-D5C9-AD5D5271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4A49D-DDCC-21DD-CEA2-31FBE3509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76990-DB20-81AD-547D-CB22A71D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FE150-2FD2-06CE-90B6-2375B14B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B4E09-FEF4-499A-77CC-079AF784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9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0B809-0329-288B-75F4-CFC3F8991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60F42-1299-2E35-4068-E4C92B4CF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B89ED-D1E1-500E-6143-415AC318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F9E5-6698-B8C8-18AC-AA05F6A8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8A59-AF61-7F06-27AE-CB08AA3B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9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CAA45-8DBE-899A-F9B0-F20D9CDB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2F63D-CD4B-FE4C-72E4-D652F8919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8597-EB60-4197-308D-8F7420C1D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373D2-E52F-7347-B8F5-989EE35005C8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C0A74-78FF-DB0A-FB34-9E7884F84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6C678-D04A-85EF-F5A9-F3EC12CED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208A9-81BE-134B-83AC-E545B6AC0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5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uval-b.github.io/frf-collab/output/network_interactive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FC22-DF9C-D166-C41E-4DB3E0FA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1609-5F0C-1B6B-FC43-45D2C4BFB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718"/>
            <a:ext cx="10515600" cy="5151862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3200" dirty="0"/>
              <a:t>Find your match card. </a:t>
            </a:r>
          </a:p>
          <a:p>
            <a:pPr marL="514350" indent="-514350">
              <a:buAutoNum type="arabicPeriod"/>
            </a:pPr>
            <a:r>
              <a:rPr lang="en-US" sz="3200" dirty="0"/>
              <a:t>This will have 4 people you should chat to tonight (and that should be attending), based on AI-driven predictions of your research interests. </a:t>
            </a:r>
          </a:p>
          <a:p>
            <a:pPr marL="514350" indent="-514350">
              <a:buAutoNum type="arabicPeriod"/>
            </a:pPr>
            <a:r>
              <a:rPr lang="en-US" sz="3200" dirty="0"/>
              <a:t>You will also see your top connection from those that have filled out the form but were unable to attend tonight, in case you wanted to connect offline.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Note your top connections may not be reciprocal: you might appear on someone’s top connection list even if they don’t appear on yours!</a:t>
            </a:r>
          </a:p>
        </p:txBody>
      </p:sp>
    </p:spTree>
    <p:extLst>
      <p:ext uri="{BB962C8B-B14F-4D97-AF65-F5344CB8AC3E}">
        <p14:creationId xmlns:p14="http://schemas.microsoft.com/office/powerpoint/2010/main" val="201634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0AA6-0FA2-5213-4EF8-EA33C88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 of Edges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737F22-AD9A-1072-D7A3-AEE04F0EB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51" y="1386948"/>
            <a:ext cx="9971978" cy="515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3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0620C-1717-1438-E992-960BF2837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76" y="122663"/>
            <a:ext cx="9035419" cy="661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9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DE3A-D450-9870-4B0F-85A9E0EB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8A16F-0698-D7BD-94DF-AB3FE788F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459" y="365125"/>
            <a:ext cx="6254541" cy="6046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1BC7E7-F7CF-0E7B-D988-2E2131564345}"/>
              </a:ext>
            </a:extLst>
          </p:cNvPr>
          <p:cNvSpPr txBox="1"/>
          <p:nvPr/>
        </p:nvSpPr>
        <p:spPr>
          <a:xfrm>
            <a:off x="301081" y="4170556"/>
            <a:ext cx="5430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 head to </a:t>
            </a:r>
          </a:p>
          <a:p>
            <a:r>
              <a:rPr lang="en-US" sz="2800" dirty="0">
                <a:hlinkClick r:id="rId3"/>
              </a:rPr>
              <a:t>https://yuval-b.github.io/frf-collab/output/network_interactive.html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840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113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Welcome!</vt:lpstr>
      <vt:lpstr>Strength of Edges</vt:lpstr>
      <vt:lpstr>PowerPoint Presentation</vt:lpstr>
      <vt:lpstr>Interactive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Berman</dc:creator>
  <cp:lastModifiedBy>Yuval Berman</cp:lastModifiedBy>
  <cp:revision>2</cp:revision>
  <dcterms:created xsi:type="dcterms:W3CDTF">2026-08-28T05:23:14Z</dcterms:created>
  <dcterms:modified xsi:type="dcterms:W3CDTF">2026-08-28T05:50:44Z</dcterms:modified>
</cp:coreProperties>
</file>